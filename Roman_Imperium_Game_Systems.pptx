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D080"/>
                </a:solidFill>
                <a:latin typeface="Georgia"/>
              </a:defRPr>
            </a:pPr>
            <a:r>
              <a:t>ROMAN IMPERIUM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9682"/>
                </a:solidFill>
                <a:latin typeface="Georgia"/>
              </a:defRPr>
            </a:pPr>
            <a:r>
              <a:t>Game Systems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A064"/>
                </a:solidFill>
                <a:latin typeface="Segoe UI"/>
              </a:defRPr>
            </a:pPr>
            <a:r>
              <a:t>A Roguelike Grand Strategy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6705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A09682"/>
                </a:solidFill>
                <a:latin typeface="Segoe UI"/>
              </a:defRPr>
            </a:pPr>
            <a:r>
              <a:t>TypeScript + Preact + WebGL2</a:t>
            </a:r>
          </a:p>
          <a:p>
            <a:pPr>
              <a:spcAft>
                <a:spcPts val="600"/>
              </a:spcAft>
              <a:defRPr sz="1400">
                <a:solidFill>
                  <a:srgbClr val="A09682"/>
                </a:solidFill>
                <a:latin typeface="Segoe UI"/>
              </a:defRPr>
            </a:pPr>
            <a:r>
              <a:t>Hex-based tactical combat  |  Province management  |  Event-driven narrative</a:t>
            </a:r>
          </a:p>
          <a:p>
            <a:pPr>
              <a:spcAft>
                <a:spcPts val="600"/>
              </a:spcAft>
              <a:defRPr sz="1400">
                <a:solidFill>
                  <a:srgbClr val="A09682"/>
                </a:solidFill>
                <a:latin typeface="Segoe UI"/>
              </a:defRPr>
            </a:pPr>
            <a:r>
              <a:t>4 Commanders  |  15 Advisors  |  18 Doctrines  |  30 Scrolls  |  47 Events</a:t>
            </a:r>
          </a:p>
          <a:p>
            <a:pPr>
              <a:spcAft>
                <a:spcPts val="600"/>
              </a:spcAft>
              <a:defRPr sz="1400">
                <a:solidFill>
                  <a:srgbClr val="A09682"/>
                </a:solidFill>
                <a:latin typeface="Segoe UI"/>
              </a:defRPr>
            </a:pPr>
            <a:r>
              <a:t>24-season doom clock  |  Meta-save progression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Core Game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The player's journey through a single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560320"/>
            <a:ext cx="1828800" cy="201168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606039"/>
            <a:ext cx="173736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1. 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Pick Commander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644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4 factions, unique 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560320"/>
            <a:ext cx="1828800" cy="201168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2606039"/>
            <a:ext cx="173736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2.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063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Prepare at Base Camp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644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Seat advisors, equip doctrines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560320"/>
            <a:ext cx="1828800" cy="201168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2606039"/>
            <a:ext cx="173736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3. SPOKE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63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Embark on Campaign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2644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Battle, Rest, Event, Boss nodes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2560320"/>
            <a:ext cx="1828800" cy="201168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199" y="2606039"/>
            <a:ext cx="173736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4. BATTLE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063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Hex Tactical Combat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644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20x14 grid, 3 unit roles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2560320"/>
            <a:ext cx="1828800" cy="201168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2606039"/>
            <a:ext cx="1737360" cy="54864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A6A"/>
                </a:solidFill>
                <a:latin typeface="Segoe UI"/>
              </a:defRPr>
            </a:pPr>
            <a:r>
              <a:t>5. PROVINCE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063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Conquer &amp; Invest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2644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6 investment types, governors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59" y="2560320"/>
            <a:ext cx="1828800" cy="201168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12680" y="2606039"/>
            <a:ext cx="173736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6. ENDGAME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3063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Final Invasion at S24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32644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Victory or Defeat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9682"/>
                </a:solidFill>
                <a:latin typeface="Segoe UI"/>
              </a:defRPr>
            </a:pPr>
            <a:r>
              <a:t>Hub  →  Spoke  →  Battle  →  Province  →  Hub  (repeat until Season 24 → Final Invasion)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Commander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4 playable commanders, each with unique faction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27432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423160"/>
            <a:ext cx="265176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Pope Innocent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Faction: Gold (Faith)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Strategic: Call Crusade — +30% dmg for 3 battles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Tactical: Miracle — Heal/Smite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83280"/>
            <a:ext cx="27432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429000"/>
            <a:ext cx="265176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Boudicca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Faction: Red (Momentum)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873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Strategic: War Cry — Instant first strike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8853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Tactical: Fury Charge — All units lunge +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389120"/>
            <a:ext cx="27432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434840"/>
            <a:ext cx="265176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537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Augustus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Faction: Blue (Influence)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Strategic: Manipulate — Reroll node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9437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Tactical: Turncoat — Convert enemy unit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94960"/>
            <a:ext cx="27432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440680"/>
            <a:ext cx="265176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59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Marcus Crassus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97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Faction: Purple (Gold)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990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Strategic: Golden Opportunity — +2 rest nodes in spoke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3002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Tactical: Buy Reinforcements — Deploy mercenary (2 max)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Faction Primary Resources (2x income):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743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D080"/>
                </a:solidFill>
                <a:latin typeface="Segoe UI"/>
              </a:defRPr>
            </a:pPr>
            <a:r>
              <a:t>Gold → Faith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9992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24A3A"/>
                </a:solidFill>
                <a:latin typeface="Segoe UI"/>
              </a:defRPr>
            </a:pPr>
            <a:r>
              <a:t>Red → Momentum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2552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7CC2"/>
                </a:solidFill>
                <a:latin typeface="Segoe UI"/>
              </a:defRPr>
            </a:pPr>
            <a:r>
              <a:t>Blue → Influence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5112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5CC2"/>
                </a:solidFill>
                <a:latin typeface="Segoe UI"/>
              </a:defRPr>
            </a:pPr>
            <a:r>
              <a:t>Purple → Gold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7673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0B0"/>
                </a:solidFill>
                <a:latin typeface="Segoe UI"/>
              </a:defRPr>
            </a:pPr>
            <a:r>
              <a:t>White → None (universal)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Color-Lock Rules: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480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A09682"/>
                </a:solidFill>
                <a:latin typeface="Segoe UI"/>
              </a:defRPr>
            </a:pPr>
            <a:r>
              <a:t>Commanders equip items matching faction OR white</a:t>
            </a:r>
          </a:p>
          <a:p>
            <a:pPr>
              <a:spcAft>
                <a:spcPts val="600"/>
              </a:spcAft>
              <a:defRPr sz="1100">
                <a:solidFill>
                  <a:srgbClr val="A09682"/>
                </a:solidFill>
                <a:latin typeface="Segoe UI"/>
              </a:defRPr>
            </a:pPr>
            <a:r>
              <a:t>White commander can use ANY color</a:t>
            </a:r>
          </a:p>
          <a:p>
            <a:pPr>
              <a:spcAft>
                <a:spcPts val="600"/>
              </a:spcAft>
              <a:defRPr sz="1100">
                <a:solidFill>
                  <a:srgbClr val="A09682"/>
                </a:solidFill>
                <a:latin typeface="Segoe UI"/>
              </a:defRPr>
            </a:pPr>
            <a:r>
              <a:t>Advisors are UNRESTRICTED (any color for any commander)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Resource &amp; Economy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4 resources drive all strategic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65176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256032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Gold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Universal currency. Build, trade, hire.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377440"/>
            <a:ext cx="265176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423160"/>
            <a:ext cx="256032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542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Faith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80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Religious actions, healing, divine scrolls.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77440"/>
            <a:ext cx="265176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423160"/>
            <a:ext cx="256032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542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Influence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80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Diplomacy, alliances, political scrolls.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377440"/>
            <a:ext cx="265176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423160"/>
            <a:ext cx="256032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542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Momentum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80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Military aggression, charge abilities.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Economy Mechanics: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Faction primary resource earns 2x from all sources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Income modifiers stack additively, capped at +75%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Exchange: Primary 2:2, Non-primary 3:2 + Market bonus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War Profiteer (Crassus): +50% gold from all sources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Upkeep: base 2g + doom escalation (+1g per 25% doom)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Upkeep Scaling (Doom):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Doom 0-24%:   base upkeep (2g + 1f/season)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Doom 25-49%:  +1g   (frontier restless)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Doom 50-74%:  +2g   (tribes uniting)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Doom 75-99%:  +3g   (horde assembles)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Doom 100%:    FINAL INVASION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Spoke &amp; Campaign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Linear node sequences forming the campaign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743200" cy="8229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265176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Node: 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Hex tactical combat. Win to progress.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377440"/>
            <a:ext cx="2743200" cy="8229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423160"/>
            <a:ext cx="2651760" cy="54864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A6A"/>
                </a:solidFill>
                <a:latin typeface="Segoe UI"/>
              </a:defRPr>
            </a:pPr>
            <a:r>
              <a:t>Node: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+2 primary resource, +1 random secondary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77440"/>
            <a:ext cx="2743200" cy="8229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423160"/>
            <a:ext cx="265176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Node: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Narrative choice with consequences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377440"/>
            <a:ext cx="2743200" cy="8229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423160"/>
            <a:ext cx="265176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Node: Boss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Harder battle, end of spoke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Spoke Generation: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Node weights determined by seated Advisors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Duration: 1-4 seasons (from advisor template)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Posture: Attacking (+1g +1m upkeep) or Defending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75% nodes match preview, 25% randomized by threat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Completion: conquers a province, grants advisor XP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Season Clock: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Global counter: 0 → 24 seasons max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Advances within spokes on node thresholds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Each tick: +1 threat, upkeep drain, province income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Season 24 = Final Invasion (mandatory boss)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Faster completion = higher score (speed bonus)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Battle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Semi-real-time hex tactical combat on a 20×14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347472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Role: Vanguard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ATK 150 | DEF 40 | HP 1080 | AGI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Frontline heavy hitter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77440"/>
            <a:ext cx="356616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2423160"/>
            <a:ext cx="347472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542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Role: Reserve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ATK 130 | DEF 50 | HP 840 | AGI 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Fast mid-range flanker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77440"/>
            <a:ext cx="356616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423160"/>
            <a:ext cx="347472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542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Role: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ATK 100 | DEF 80 | HP 1200 | AGI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Defensive anchor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Combat Mechanics: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D6 roll × ATK - DEF (minimum 1 damage)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Dodge: (def_AGI - atk_AGI) × 0.5, capped at 30%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Double Strike: ATK.agi ≥ DEF.agi × 1.5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Action cooldown: 1.4s base (semi-real-time)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Move range: 3 hexes per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Victory Conditions: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Capture: hold enemy star hex for 3 seconds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Morale: break enemy below 30% total HP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Annihilation: eliminate all enemy units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VFX: particles on hit/death, screen shake on kills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Veteran Bonus (Boudicca): +4%/stack, soft cap at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Council &amp; Advisor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15 advisors shape spoke generation, combat, and economy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8C0"/>
                </a:solidFill>
                <a:latin typeface="Segoe UI"/>
              </a:defRPr>
            </a:pPr>
            <a:r>
              <a:t>3 Council Slots — Seat advisors to shape your campaign. Color UNRESTRICTED.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834640"/>
            <a:ext cx="2194560" cy="164592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880360"/>
            <a:ext cx="210312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999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Military (Red)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337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Centurion Varro — +loot%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5387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Siege Master Titus — +Momentum/spoke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739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Raider Brennus — +loot, short spokes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834640"/>
            <a:ext cx="2194560" cy="164592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2880360"/>
            <a:ext cx="210312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2999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Diplomatic (Blue)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3337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Legate Aemilia — +event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35387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Scholar Ptolemy — +Influence/spoke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3739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Spymaster Cassia — -threat/spoke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2834640"/>
            <a:ext cx="2194560" cy="164592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2880360"/>
            <a:ext cx="210312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999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Religious (Gold)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337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Pontifex Lucius — +Faith/spoke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5387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Healer Cornelia — heal between 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739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Zealot Marcus — +Faith, aggressive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834640"/>
            <a:ext cx="2194560" cy="164592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78040" y="2880360"/>
            <a:ext cx="210312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999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Economic (Purple)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337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Merchant Decimus — +Gold/spoke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5387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Quartermaster Livia — -upkeep%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739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Smuggler Gaius — shop discount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2834640"/>
            <a:ext cx="2194560" cy="164592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2880360"/>
            <a:ext cx="2103120" cy="5486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2999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C0B0"/>
                </a:solidFill>
                <a:latin typeface="Segoe UI"/>
              </a:defRPr>
            </a:pPr>
            <a:r>
              <a:t>Populist (White)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337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Tribune Publius — +loot%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5387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Veteran Flavia — heal between nodes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739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Consul Servius — +Influence/spoke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Progression: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3 Tiers per advisor  |  XP thresholds: Tier 2 = 5 XP, Tier 3 = 12 XP  |  +1 XP per spoke completed  |  Each tier upgrades passive + spoke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Doctrine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18 equippable doctrines with 3-level upgrades (4 equip slots)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423160"/>
            <a:ext cx="265176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Red — Military 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Sword of War: +dmg%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Iron Discipline: +armor%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Blood Rite: heal on 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Lex Militaris: free vanguards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85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Vis Bellica: combined buffs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39" y="2423160"/>
            <a:ext cx="265176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Blue — Diplomatic (5)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Diplomacy: +Inf/spoke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Court: +event choices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Alliances: +allied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Pax Romana: Inf + discount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685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Foedus: allies + gold income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199" y="2423160"/>
            <a:ext cx="265176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Gold — Religious (4)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Faith: +Faith/spoke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Miracles: heal at battle 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Pantheon: unit revive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Divina: Faith + revive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2423160"/>
            <a:ext cx="265176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Purple — Economic (4)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Trade: +gold income%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Infrastructure: -upkeep%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Market: -shop price%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Annona: regional bonuses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Upgrade Cost: Gold + faction resource  |  Sell Price: 8g + 4g/level  |  Color-locked to faction (white = universal)  |  Level I → II → 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Decretum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30 magic scrolls — tactical spells cast during battle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423160"/>
            <a:ext cx="265176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Red — Military 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Forge: +20% DEF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Legion: spawn 2 vanguards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Mars: +60% ATK (2 Momentum)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Gladius: +15% ATK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85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Testudo: +40% DEF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39" y="2423160"/>
            <a:ext cx="265176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Blue — Diplomatic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Tribune: favorable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Senate: +3 Influence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Legatus: convert enemy (1 Inf)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Spy: reveal all enemies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685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Foedus: +2 Influence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199" y="2423160"/>
            <a:ext cx="265176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Gold — Religious (6)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Healing: heal all 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Oracle: prevent death (1 Faith)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Augur: reveal node choices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Pontifex: full heal (single)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85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Pietas: +3 Momentum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2377440"/>
            <a:ext cx="2743200" cy="18288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2423160"/>
            <a:ext cx="265176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Purple — Economic (6)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880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Tax: +3 Gold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081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Merchant: +5 Gold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82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Cursus: +10g + 50% discount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838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Supply: -upkeep 1 season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685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Aerarium: +4 Gold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Rarity: Common (sell 2g) | Rare (sell 5g) | Legendary (sell 10g, has cast cost)  |  Hand limit: 3 scrolls  |  Cast = consume scroll + pay cost + apply effect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Province &amp; Governor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Conquer territory, invest in infrastructure, hire governors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18288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173736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5420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Castrum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880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Garrison: -unrest, +militia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081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3 upgrade levels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377440"/>
            <a:ext cx="18288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79" y="2423160"/>
            <a:ext cx="173736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5420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Basilica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880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Court: +Influence/spoke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81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3 upgrade levels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377440"/>
            <a:ext cx="18288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2423160"/>
            <a:ext cx="173736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5420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Pantheon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880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Holy: +Faith/spoke, revive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081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3 upgrade levels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377440"/>
            <a:ext cx="18288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59" y="2423160"/>
            <a:ext cx="173736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5420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Trade: +Gold/spoke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081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3 upgrade levels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377440"/>
            <a:ext cx="18288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2423160"/>
            <a:ext cx="173736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5420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Aqueduct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80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Growth: +Gold, +pop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081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3 upgrade levels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2377440"/>
            <a:ext cx="1828800" cy="91440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2423160"/>
            <a:ext cx="1737360" cy="5486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420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C0B0"/>
                </a:solidFill>
                <a:latin typeface="Segoe UI"/>
              </a:defRPr>
            </a:pPr>
            <a:r>
              <a:t>Insula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880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Housing: -unrest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081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3 upgrade levels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Province Stats: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Population: 1-10 (scales income)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Base Income: varies per province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Unrest: 0-100 (rebellion at threshold)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Conquered on spoke completion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Governor Traits: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Income bonus: +X% per resource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Expense reduction: -X% upkeep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Unrest reduction: -X flat/spoke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Investment discount: -X% build costs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3 hiring tiers with increasing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Event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47 narrative events with branching choices and consequences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Event Pool by Type: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D8C0"/>
                </a:solidFill>
                <a:latin typeface="Segoe UI"/>
              </a:defRPr>
            </a:pPr>
            <a:r>
              <a:t>Neutral (16)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743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Any commander. 3 tiers by threat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358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24A3A"/>
                </a:solidFill>
                <a:latin typeface="Segoe UI"/>
              </a:defRPr>
            </a:pPr>
            <a:r>
              <a:t>Red Military 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358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War-themed: deserters, arms dealers, mutiny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2841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7CC2"/>
                </a:solidFill>
                <a:latin typeface="Segoe UI"/>
              </a:defRPr>
            </a:pPr>
            <a:r>
              <a:t>Blue Diplomatic 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2841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Political: embassy, betrayal, senate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2102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Gold Religious (6)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2102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Divine: temple, heretic, omens, relics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5CC2"/>
                </a:solidFill>
                <a:latin typeface="Segoe UI"/>
              </a:defRPr>
            </a:pPr>
            <a:r>
              <a:t>Purple Economic (6)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13631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Trade: caravans, tax, market speculation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C0B0"/>
                </a:solidFill>
                <a:latin typeface="Segoe UI"/>
              </a:defRPr>
            </a:pPr>
            <a:r>
              <a:t>White Populist (4+)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People: crowds, populism, grain dole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Event Structure: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Requirements: minThreat, minProvinces, minResource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Choices: 2-4 options with resource costs/gains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Consequence flags: unlock follow-up events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Tier progression: Tier 1 (start), Tier 2 (threat≥3), Tier 3 (≥6)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Doctrine bonus: extra event choices (+1 to +3)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Decretum modifier: force favorable outcome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Example chain: Refugees → Refugees Give Thanks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Doom Clock &amp; Final Invasion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24-season campaign with escalating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Threat Scaling: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Enemy stats: +5% HP/ATK per threat level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Extra enemies at threat ≥ 5 (+1 raider)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Extra enemies at threat ≥ 8 (+2 raiders)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Retreat from spoke: +1 threat penalty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80"/>
                </a:solidFill>
                <a:latin typeface="Segoe UI"/>
              </a:defRPr>
            </a:pPr>
            <a:r>
              <a:t>Final Boss Scaling (Season 24):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Base multiplier: 1.5x stats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+0.05 per province (more territory = harder boss)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-0.05 per alliance (allies = mercy scaling)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-0.03 per battle won (veteran = easier)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+0.02 per threat above 15 (dragged out = punished)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Clamped: 1.3x – 2.5x final multiplier</a:t>
            </a:r>
          </a:p>
          <a:p>
            <a:pPr>
              <a:spcAft>
                <a:spcPts val="600"/>
              </a:spcAft>
              <a:defRPr sz="1200">
                <a:solidFill>
                  <a:srgbClr val="A09682"/>
                </a:solidFill>
                <a:latin typeface="Segoe UI"/>
              </a:defRPr>
            </a:pPr>
            <a:r>
              <a:t>Spawn: 4 + 1 per 3 provinces (max 6 invasion units)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Scoring: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82"/>
                </a:solidFill>
                <a:latin typeface="Segoe UI"/>
              </a:defRPr>
            </a:pPr>
            <a:r>
              <a:t>Score = (victory ? 1000 : 0) + battles×75 + provinces×200 + (victory ? (24-seasons)×100 : 0)  —  Faster wins = higher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TypeScript + Preact + WebGL2 + Canvas 2D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2194560" cy="21945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2103120" cy="54864"/>
          </a:xfrm>
          <a:prstGeom prst="rect">
            <a:avLst/>
          </a:prstGeom>
          <a:solidFill>
            <a:srgbClr val="4A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C2"/>
                </a:solidFill>
                <a:latin typeface="Segoe UI"/>
              </a:defRPr>
            </a:pPr>
            <a:r>
              <a:t>UI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880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Preact + Signals (reactive)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0815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Hash-based routing (12 screens)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282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Injected CSS animations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48386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Screen transitions (200ms exit, 300ms enter)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2377440"/>
            <a:ext cx="2194560" cy="21945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59" y="2423160"/>
            <a:ext cx="2103120" cy="54864"/>
          </a:xfrm>
          <a:prstGeom prst="rect">
            <a:avLst/>
          </a:prstGeom>
          <a:solidFill>
            <a:srgbClr val="C2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9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24A3A"/>
                </a:solidFill>
                <a:latin typeface="Segoe UI"/>
              </a:defRPr>
            </a:pPr>
            <a:r>
              <a:t>Battle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2880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Canvas 2D renderer (873 lines)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9" y="30815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20x14 hex grid, pointy-top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3282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Particle system + screen shake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199" y="348386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Semi-real-time AI (1.4s cooldown)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59" y="2377440"/>
            <a:ext cx="2194560" cy="21945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79" y="2423160"/>
            <a:ext cx="2103120" cy="54864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A6A"/>
                </a:solidFill>
                <a:latin typeface="Segoe UI"/>
              </a:defRPr>
            </a:pPr>
            <a:r>
              <a:t>Game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880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Signal-based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0815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Province/Governor/Council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282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Strategic ability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48386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Meta-save (localStorage)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79" y="2377440"/>
            <a:ext cx="2194560" cy="21945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199" y="2423160"/>
            <a:ext cx="2103120" cy="54864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5CC2"/>
                </a:solidFill>
                <a:latin typeface="Segoe UI"/>
              </a:defRPr>
            </a:pPr>
            <a:r>
              <a:t>Sound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880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Web Audio API (procedural synth)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0815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14 SFX effects (no MP3 needed)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282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Music crossfade per screen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48386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Mute toggle (starts muted)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377440"/>
            <a:ext cx="2194560" cy="2194560"/>
          </a:xfrm>
          <a:prstGeom prst="roundRect">
            <a:avLst/>
          </a:prstGeom>
          <a:solidFill>
            <a:srgbClr val="1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46920" y="2423160"/>
            <a:ext cx="2103120" cy="54864"/>
          </a:xfrm>
          <a:prstGeom prst="rect">
            <a:avLst/>
          </a:prstGeom>
          <a:solidFill>
            <a:srgbClr val="F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80"/>
                </a:solidFill>
                <a:latin typeface="Segoe UI"/>
              </a:defRPr>
            </a:pPr>
            <a:r>
              <a:t>Map Renderer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880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WebGL2 uber-shader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30815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5-layer compositing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282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Province color LUT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48386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82"/>
                </a:solidFill>
                <a:latin typeface="Segoe UI"/>
              </a:defRPr>
            </a:pPr>
            <a:r>
              <a:t>Click detection via FBO readback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9682"/>
                </a:solidFill>
                <a:latin typeface="Segoe UI"/>
              </a:defRPr>
            </a:pPr>
            <a:r>
              <a:t>81 TypeScript files  |  69 modules  |  283 KB bundle (71 KB gzip)  |  Zero runtime dependencies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System Interconnections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How all systems feed into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Advisor → Spoke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77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advisor templates shape node distribution +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Doctrine → Combat + 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7432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effects modify unit stats, upkeep, income, shop prices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Province Investments → Income + Unrest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6 types unlock bonuses or suppress unrest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Governor Traits → Province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474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hired governors add % bonuses/reductions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Events → Consequence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events unlock follow-up events via state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Threat Level → Event Eligibility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062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higher threat unlocks harder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Doom Clock → Upkeep Drain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72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every 6 seasons = +1g additional upkeep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Strategic Abilities → Battle/Spoke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937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shape combat (Crusade/WarCry) or spoke (Manipulate/GoldenOpp)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Decretum Scrolls → Battle Tactics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03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color-locked spells for in-battle power-ups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80"/>
                </a:solidFill>
                <a:latin typeface="Segoe UI"/>
              </a:defRPr>
            </a:pPr>
            <a:r>
              <a:t>Meta-Save → Run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6692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82"/>
                </a:solidFill>
                <a:latin typeface="Segoe UI"/>
              </a:defRPr>
            </a:pPr>
            <a:r>
              <a:t>score from outcome + battles + provinces + speed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A064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D080"/>
                </a:solidFill>
                <a:latin typeface="Georgia"/>
              </a:defRPr>
            </a:pPr>
            <a: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682"/>
                </a:solidFill>
                <a:latin typeface="Segoe UI"/>
              </a:defRPr>
            </a:pPr>
            <a:r>
              <a:t>Quantified game content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9144"/>
          </a:xfrm>
          <a:prstGeom prst="rect">
            <a:avLst/>
          </a:prstGeom>
          <a:solidFill>
            <a:srgbClr val="B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Playable Commanders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Advisors (5 factions ×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Doctrines (3 levels each)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Decretum Scrolls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Narrative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Investment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NPC Factions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Unit Roles (Vanguard, Reserve, Guard)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Victory Modes (Capture, Morale, Annihilation)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Resource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Max Seasons (Doom Clock)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Procedural SFX Effects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Game Screens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0D080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682"/>
                </a:solidFill>
                <a:latin typeface="Segoe UI"/>
              </a:defRPr>
            </a:pPr>
            <a:r>
              <a:t>Development Sprints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